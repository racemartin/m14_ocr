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F1 token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 CPU</c:v>
                </c:pt>
                <c:pt idx="1">
                  <c:v>Baseline GPU</c:v>
                </c:pt>
                <c:pt idx="2">
                  <c:v>Post-SFT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0.037</c:v>
                </c:pt>
                <c:pt idx="1">
                  <c:v>0.043</c:v>
                </c:pt>
                <c:pt idx="2">
                  <c:v>0.112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7286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3A5F"/>
                </a:solidFill>
              </a:defRPr>
            </a:pPr>
            <a:r>
              <a:t>Etape 2 - SFT + LoRA</a:t>
            </a:r>
          </a:p>
          <a:p>
            <a:pPr>
              <a:defRPr sz="2200">
                <a:solidFill>
                  <a:srgbClr val="333333"/>
                </a:solidFill>
              </a:defRPr>
            </a:pPr>
            <a:r>
              <a:t>Du baseline zero-shot a l'evaluation post-entrainement</a:t>
            </a:r>
          </a:p>
          <a:p>
            <a:pPr>
              <a:spcBef>
                <a:spcPts val="2000"/>
              </a:spcBef>
              <a:defRPr sz="1600">
                <a:solidFill>
                  <a:srgbClr val="333333"/>
                </a:solidFill>
              </a:defRPr>
            </a:pPr>
            <a:r>
              <a:t>Projet CHSA-Triage - Qwen3-1.7B-Base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17/09/2026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Objectif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Mesurer un point de depart (baseline, modele SANS entrainement) avant le SFT.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Entrainer reellement le modele (SFT + LoRA) sur les donnees du projet.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Re-mesurer apres entrainement pour confirmer une amelioration chiffree.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Objectif issu du cahier des charges, section 9.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Baseline CPU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llama.cpp / GGUF Q4_K_M - Qwen/Qwen3-1.7B-Base quantifie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E7D32"/>
                </a:solidFill>
              </a:defRPr>
            </a:pPr>
            <a:r>
              <a:t>0.037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F1 token (278 exemples, split test)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17373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E7D32"/>
                </a:solidFill>
              </a:defRPr>
            </a:pPr>
            <a:r>
              <a:t>~21.6 s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Latence moyenne /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7373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E7D32"/>
                </a:solidFill>
              </a:defRPr>
            </a:pPr>
            <a:r>
              <a:t>36 / 278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Echecs d'inference isoles</a:t>
            </a:r>
            <a:br/>
            <a:r>
              <a:t>(reessais automatiques, run non interrompu)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1091153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Exact match : 0.000 (attendu, cf. diapositive Limitations).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Baseline GPU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transformers / bf16 - meme modele, SANS quantification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E7D32"/>
                </a:solidFill>
              </a:defRPr>
            </a:pPr>
            <a:r>
              <a:t>0.043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F1 token (memes 278 exemples)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17373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E7D32"/>
                </a:solidFill>
              </a:defRPr>
            </a:pPr>
            <a:r>
              <a:t>~7.3 s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Latence moyenne /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7373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E7D32"/>
                </a:solidFill>
              </a:defRPr>
            </a:pPr>
            <a:r>
              <a:t>0 / 278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Echecs d'inference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1091153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Exact match : 0.000 (idem baseline CPU).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Pourquoi deux baselines ? Isoler l'effet de la quantification de l'effet du futur entrainement, pour une comparaison finale propre.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Entrainement SFT-LoRA reel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GPU L4 (HF Jobs)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</a:defRPr>
            </a:pPr>
            <a:r>
              <a:t>• Rang LoRA 16 sur 4 modules d'attention (q_proj, k_proj, v_proj, o_proj).</a:t>
            </a:r>
          </a:p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</a:defRPr>
            </a:pPr>
            <a:r>
              <a:t>• 3 epoques, 342 pas, environ 20 minutes.</a:t>
            </a:r>
          </a:p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</a:defRPr>
            </a:pPr>
            <a:r>
              <a:t>• Premier entrainement reel du projet mene a bien avec succes.</a:t>
            </a:r>
          </a:p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</a:defRPr>
            </a:pPr>
            <a:r>
              <a:t>• Verdict de convergence : SAINE.</a:t>
            </a:r>
          </a:p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</a:defRPr>
            </a:pPr>
            <a:r>
              <a:t>• Poids publies de facon persistante : mombasstic/chsa-triage-sft-lora.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Evaluation post-SFT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Meme modele entraine, memes 278 exemples, memes metriques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E7D32"/>
                </a:solidFill>
              </a:defRPr>
            </a:pPr>
            <a:r>
              <a:t>0.112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F1 token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17373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E7D32"/>
                </a:solidFill>
              </a:defRPr>
            </a:pPr>
            <a:r>
              <a:t>~11.6 s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Latence moyenne /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7373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E7D32"/>
                </a:solidFill>
              </a:defRPr>
            </a:pPr>
            <a:r>
              <a:t>0 / 278</a:t>
            </a:r>
          </a:p>
          <a:p>
            <a:pPr algn="ctr">
              <a:defRPr sz="1300">
                <a:solidFill>
                  <a:srgbClr val="333333"/>
                </a:solidFill>
              </a:defRPr>
            </a:pPr>
            <a:r>
              <a:t>Echecs d'inference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1091153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Exact match : 0.000 (idem les deux baselines).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Comparaison des trois runs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Memes 278 exemples, memes metriques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64592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130552"/>
                <a:gridCol w="2130552"/>
                <a:gridCol w="2139696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Exact match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F1 (token)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Latence moyenne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Baseline CPU (Q4_K_M)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0.037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~21.6 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Baseline GPU (bf16)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0.043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~7.3 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Post-SFT (bf16 + LoRA)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7D32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7D32"/>
                          </a:solidFill>
                        </a:defRPr>
                      </a:pPr>
                      <a:r>
                        <a:t>0.112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7D32"/>
                          </a:solidFill>
                        </a:defRPr>
                      </a:pPr>
                      <a:r>
                        <a:t>~11.6 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F1 token par run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828800" y="1554480"/>
          <a:ext cx="85039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Conclusion principale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Le F1 token quasi triple par rapport au meilleur baseline : 0.043 -&gt; 0.112.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Premiere preuve chiffree que le SFT-LoRA a un effet mesurable.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Coherent avec le verdict de convergence SAINE obtenu pendant l'entrainement.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L'exact match reste a 0.000 sur les trois runs : ce n'est PAS un echec de l'entrainement, c'est un trait structurel de la metrique (correspondance caractere-a-caractere avec une reponse de reference en langage libre, quasi inatteignable meme avec une amelioration reelle).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Le F1 token est la metrique qui porte reellement le signal ici.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Limitations honnetes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115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</a:defRPr>
            </a:pPr>
            <a:r>
              <a:t>• Classification du niveau ESI (objectif F3 du cahier des charges) : non calculable sur aucun des trois runs.</a:t>
            </a:r>
          </a:p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</a:defRPr>
            </a:pPr>
            <a:r>
              <a:t>• Cause : le dataset actuel n'a pas encore de reponses de reference au format JSON structure qu'exige cette metrique.</a:t>
            </a:r>
          </a:p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</a:defRPr>
            </a:pPr>
            <a:r>
              <a:t>• C'est un travail de donnees en attente, pas un defaut du pipeline d'evaluation.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Prochaines etapes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115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</a:defRPr>
            </a:pPr>
            <a:r>
              <a:t>• Etape 3 (DPO) : pas encore commencee.</a:t>
            </a:r>
          </a:p>
          <a:p>
            <a:pPr>
              <a:spcAft>
                <a:spcPts val="1200"/>
              </a:spcAft>
              <a:defRPr sz="1900">
                <a:solidFill>
                  <a:srgbClr val="333333"/>
                </a:solidFill>
              </a:defRPr>
            </a:pPr>
            <a:r>
              <a:t>• assistant_only_loss : correctif connu en attente. Aujourd'hui la perte est calculee sur la sequence complete, pas seulement sur la reponse de l'assistant, en raison d'une limitation technique deja identifiee et consignee.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3A5F"/>
                </a:solidFill>
              </a:defRPr>
            </a:pPr>
            <a:r>
              <a:t>Merci -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